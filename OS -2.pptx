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058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08008" y="10058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83496" y="10058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1481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08008" y="1481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83496" y="14813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19568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08008" y="19568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83496" y="19568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2520" y="24323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08008" y="24323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83496" y="24323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29077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08008" y="29077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83496" y="29077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32520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208008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83496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32520" y="38587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208008" y="38587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83496" y="38587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732520" y="4334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208008" y="4334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683496" y="4334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417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 PROGRAMMING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Banker's Algorithm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Checker</a:t>
            </a:r>
            <a:endParaRPr lang="en-US" sz="460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502920" cy="54864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Review 1  •  Deadlock Avoidance via Safe-State Simulation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4  •  Sections E03–E06  •  2026–27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OBJECTIVE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208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resource-allocation strategy that keeps a multi-process, multi-resource system in a deadlock-free (safe) state — by simulating the Banker's Algorithm's safety check before any resource request is granted.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603504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159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it answers: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this request is granted, can every process still finish?”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181051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Need = Max − Allocation for every process.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35240" y="2926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9077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execution order and detect a valid Safe Sequence.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35240" y="4023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400507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unsafe states before deadlock can occur — avoidance, not just detection.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Deadlock in Shared Resource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06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processes compete for a finite pool of resources (memory, files, devices), a naive allocator can grant requests that leave the system with no way for any process to complete — a deadlock. The Banker's Algorithm avoids this by only granting a request if the resulting state is provably safe.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80644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for Deadlock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67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48056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956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550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1554480"/>
            <a:ext cx="4937760" cy="4343400"/>
          </a:xfrm>
          <a:prstGeom prst="roundRect">
            <a:avLst>
              <a:gd name="adj" fmla="val 2105"/>
            </a:avLst>
          </a:prstGeom>
          <a:solidFill>
            <a:srgbClr val="141B4D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vs. Unsafe State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233172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2E8B57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2834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Sequence exists — every process can obtain its Max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finish, releasing resources for the next.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402336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B23A48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4178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ordering lets every process finish — the system MAY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deadlock, so the request is denied before it happens.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 / Debian / Fedora / Arch) or WSL2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Compiler Collection — compiles the C 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text editor for source &amp; headers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&lt;stdio.h&gt;, &lt;stdbool.h&gt; — no OS-specific calls needed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 is enough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process/IPC projects in this set, the Banker's Algorithm is a pure resource-allocation model — it runs entirely in user space on static/dynamic matrices (Allocation, Max, Available), with no system calls, threads, or kernel interaction required.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Structures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files: &lt;stdio.h&gt;, &lt;stdbool.h&gt;   |   APIs: standard C matrix operations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58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of each type currently held by each process.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20574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258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demand each process may request, per resource type.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20574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258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44768" y="320040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of each resource type currently free in the system.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95944" y="20574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0536" y="2258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0536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60536" y="3200400"/>
            <a:ext cx="21854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as  Need = Max − Allocation.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Algorithm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Shape 4"/>
          <p:cNvSpPr/>
          <p:nvPr/>
        </p:nvSpPr>
        <p:spPr>
          <a:xfrm>
            <a:off x="1234440" y="1645920"/>
            <a:ext cx="96926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67335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673352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Need[i] = Max[i] − Allocation[i] for every process 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1234440" y="2743200"/>
            <a:ext cx="96926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77063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a candidate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770632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unfinished process i where Need[i] ≤ Work (element-wise).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1234440" y="3840480"/>
            <a:ext cx="96926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86791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its completion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867912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= Work + Allocation[i];  mark Finish[i] = true; add i to the sequence.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1234440" y="4937760"/>
            <a:ext cx="96926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49651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4965192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all processes finish (Safe) or no candidate remains (Unsafe).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Safe Sequence ⟨P?, P?, …⟩ if one exists — otherwise the system is reported UNSAFE and the triggering request is denied.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 CASE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77640" y="868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3977640" y="868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processes, 3 resource types  |  Available = [3, 3, 2]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400800" cy="173736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737360"/>
                <a:gridCol w="173736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1  0  0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3  2  2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2  2  2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2  1  1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7  4  4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5  3  3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2  1  1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3  1  1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1  0  0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Work=[3,3,2] → Need(P1)=[2,2,2] ≤ Work → finish P1 → Work=[4,3,2]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Need(P2)=[5,3,3] ≰ [4,3,2] → skip, try next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Need(P3)=[1,0,0] ≤ [4,3,2] → finish P3 → Work=[6,4,3]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Need(P2)=[5,3,3] ≤ [6,4,3] → finish P2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69480" y="1874520"/>
            <a:ext cx="4343400" cy="3977640"/>
          </a:xfrm>
          <a:prstGeom prst="roundRect">
            <a:avLst>
              <a:gd name="adj" fmla="val 2299"/>
            </a:avLst>
          </a:prstGeom>
          <a:solidFill>
            <a:srgbClr val="141B4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SEQUENCE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43800" y="2560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→ P3 → P2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543800" y="3429000"/>
            <a:ext cx="3794760" cy="0"/>
          </a:xfrm>
          <a:prstGeom prst="line">
            <a:avLst/>
          </a:prstGeom>
          <a:noFill/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3611880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can obtain its full Max demand in this order, so no process is left waiting indefinitely — the system correctly allows this state.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 CASES 2 &amp;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State &amp; Exact-Fit Completion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BEEF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requests resources that push its need beyond what any reachable Work vector can cover.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4617720" cy="0"/>
          </a:xfrm>
          <a:prstGeom prst="line">
            <a:avLst/>
          </a:prstGeom>
          <a:noFill/>
          <a:ln w="12700">
            <a:solidFill>
              <a:srgbClr val="B23A48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041648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exceeds Available for every remaining process — no process's Need is ever ≤ Work.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5093208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is in an UNSAFE State" — the algorithm halts with no complete safe sequence and the request is rejected.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600200"/>
            <a:ext cx="5623560" cy="4480560"/>
          </a:xfrm>
          <a:prstGeom prst="roundRect">
            <a:avLst>
              <a:gd name="adj" fmla="val 2041"/>
            </a:avLst>
          </a:prstGeom>
          <a:solidFill>
            <a:srgbClr val="EAF4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8745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process's Need is exactly equal to what's currently Available — the boundary case for the ≤ comparison.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611880"/>
            <a:ext cx="5029200" cy="0"/>
          </a:xfrm>
          <a:prstGeom prst="line">
            <a:avLst/>
          </a:prstGeom>
          <a:noFill/>
          <a:ln w="12700">
            <a:solidFill>
              <a:srgbClr val="2E8B57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40416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Need[i] == Work  (equality, not strict inequality) for the process under test.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495604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completes, releases its full Allocation back into Work, and unblocks any remaining processes — confirming the comparison is inclusive (≤, not &lt;).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OUTCOME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manual trace results across safe, unsafe, and boundary (exact-fit) inputs.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6995160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63640" y="25603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Need matrix, Work vector progress, and the final Safe Sequence (or Unsafe verdict) at each step.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54480" y="39959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Deadlock-avoidance check can run before granting any new resource request, not just at startup.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7947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4069080"/>
            <a:ext cx="502920" cy="50292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995160" y="39959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63640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resource-matrix model used later for request handling and dynamic re-checks.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Max, Available, Need modeled as matrices/vectors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algorithm implemented and traced by hand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Safe, Unsafe, and Exact-Fit test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next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safety check into a live resource-request handler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 for malformed / oversized matrices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for entering processes and resources at runtime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with larger process/resource counts for performance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Deadlock Checker  |  PBL Review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2026-08-17T08:27:21Z</dcterms:created>
  <dcterms:modified xsi:type="dcterms:W3CDTF">2026-08-17T08:27:21Z</dcterms:modified>
</cp:coreProperties>
</file>